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122" d="100"/>
          <a:sy n="122" d="100"/>
        </p:scale>
        <p:origin x="490" y="8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AF81E4-3F46-4ADA-8AD9-AC0AA3387D1D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896D05-669B-42D0-A619-27C0D7FC92CB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7735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FF3A3D5-CEC7-656D-AB6C-65BDC8FE16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5600" y="890570"/>
            <a:ext cx="9144000" cy="2387600"/>
          </a:xfrm>
        </p:spPr>
        <p:txBody>
          <a:bodyPr anchor="b">
            <a:normAutofit/>
          </a:bodyPr>
          <a:lstStyle>
            <a:lvl1pPr algn="ctr">
              <a:defRPr sz="3800" b="1" cap="all" baseline="0">
                <a:solidFill>
                  <a:srgbClr val="002060"/>
                </a:solidFill>
                <a:latin typeface="Quicksand SemiBold" pitchFamily="2" charset="0"/>
              </a:defRPr>
            </a:lvl1pPr>
          </a:lstStyle>
          <a:p>
            <a:r>
              <a:rPr lang="fr-FR"/>
              <a:t>Modifiez le style du titre</a:t>
            </a:r>
            <a:endParaRPr lang="en-GB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908DA4E-94EC-71BD-5631-8E71FFA7CD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15600" y="3278170"/>
            <a:ext cx="9144000" cy="1479996"/>
          </a:xfrm>
        </p:spPr>
        <p:txBody>
          <a:bodyPr anchor="ctr" anchorCtr="0"/>
          <a:lstStyle>
            <a:lvl1pPr marL="0" indent="0" algn="ctr">
              <a:buNone/>
              <a:defRPr sz="2400" b="1" cap="all" baseline="0">
                <a:solidFill>
                  <a:srgbClr val="002060"/>
                </a:solidFill>
                <a:latin typeface="Quicksand SemiBold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GB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F85E8EC-D94B-550A-CE84-51B7B4057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1D3C4-F522-46D0-9248-DB5525545D95}" type="datetime3">
              <a:rPr lang="en-GB" smtClean="0"/>
              <a:t>20 April, 2026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65C4DF9-BC8F-CD65-AA05-E5B33A538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Nom et lieu de l’évènement</a:t>
            </a:r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6FD9E86-D528-8FDF-AC8D-CE6FAEC4F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1106-FF15-4072-A5EB-9DABEAE58B78}" type="slidenum">
              <a:rPr lang="en-GB" smtClean="0"/>
              <a:t>‹N°›</a:t>
            </a:fld>
            <a:endParaRPr lang="en-GB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18961476-0B9C-BDD2-1C22-76D14D03A48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1689" y="5129248"/>
            <a:ext cx="2659022" cy="890772"/>
          </a:xfrm>
          <a:prstGeom prst="rect">
            <a:avLst/>
          </a:prstGeom>
        </p:spPr>
      </p:pic>
      <p:grpSp>
        <p:nvGrpSpPr>
          <p:cNvPr id="11" name="Groupe 10">
            <a:extLst>
              <a:ext uri="{FF2B5EF4-FFF2-40B4-BE49-F238E27FC236}">
                <a16:creationId xmlns:a16="http://schemas.microsoft.com/office/drawing/2014/main" id="{C5F6EC95-30DD-F9A6-99D3-F29419CC5AFB}"/>
              </a:ext>
            </a:extLst>
          </p:cNvPr>
          <p:cNvGrpSpPr/>
          <p:nvPr userDrawn="1"/>
        </p:nvGrpSpPr>
        <p:grpSpPr>
          <a:xfrm>
            <a:off x="0" y="0"/>
            <a:ext cx="12182400" cy="234976"/>
            <a:chOff x="0" y="306000"/>
            <a:chExt cx="12182400" cy="234976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F41A9C8-8C9F-BBF3-A350-6329EEC62672}"/>
                </a:ext>
              </a:extLst>
            </p:cNvPr>
            <p:cNvSpPr/>
            <p:nvPr/>
          </p:nvSpPr>
          <p:spPr>
            <a:xfrm>
              <a:off x="0" y="306412"/>
              <a:ext cx="3045600" cy="234000"/>
            </a:xfrm>
            <a:prstGeom prst="rect">
              <a:avLst/>
            </a:prstGeom>
            <a:solidFill>
              <a:srgbClr val="E5F4FD"/>
            </a:solidFill>
            <a:ln w="3175">
              <a:solidFill>
                <a:srgbClr val="E5F4F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257E64F-CBB6-7349-BF43-F49DBA825934}"/>
                </a:ext>
              </a:extLst>
            </p:cNvPr>
            <p:cNvSpPr/>
            <p:nvPr/>
          </p:nvSpPr>
          <p:spPr>
            <a:xfrm>
              <a:off x="3045600" y="306412"/>
              <a:ext cx="3045600" cy="234000"/>
            </a:xfrm>
            <a:prstGeom prst="rect">
              <a:avLst/>
            </a:prstGeom>
            <a:solidFill>
              <a:srgbClr val="4596D2"/>
            </a:solidFill>
            <a:ln w="3175">
              <a:solidFill>
                <a:srgbClr val="4596D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2568BAF-8513-2891-9B80-A4B8E0B090AC}"/>
                </a:ext>
              </a:extLst>
            </p:cNvPr>
            <p:cNvSpPr/>
            <p:nvPr/>
          </p:nvSpPr>
          <p:spPr>
            <a:xfrm>
              <a:off x="6091200" y="306976"/>
              <a:ext cx="3045600" cy="234000"/>
            </a:xfrm>
            <a:prstGeom prst="rect">
              <a:avLst/>
            </a:prstGeom>
            <a:solidFill>
              <a:srgbClr val="F6A500"/>
            </a:solidFill>
            <a:ln w="3175">
              <a:solidFill>
                <a:srgbClr val="F6A5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A672027-7C82-5CB5-836B-A77A3BB1321E}"/>
                </a:ext>
              </a:extLst>
            </p:cNvPr>
            <p:cNvSpPr/>
            <p:nvPr/>
          </p:nvSpPr>
          <p:spPr>
            <a:xfrm>
              <a:off x="9136800" y="306000"/>
              <a:ext cx="3045600" cy="234000"/>
            </a:xfrm>
            <a:prstGeom prst="rect">
              <a:avLst/>
            </a:prstGeom>
            <a:solidFill>
              <a:srgbClr val="95C35B"/>
            </a:solidFill>
            <a:ln w="3175">
              <a:solidFill>
                <a:srgbClr val="95C35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8285377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6C1D4C12-078D-DC71-3FB5-FBE3D26638B2}"/>
              </a:ext>
            </a:extLst>
          </p:cNvPr>
          <p:cNvSpPr/>
          <p:nvPr userDrawn="1"/>
        </p:nvSpPr>
        <p:spPr>
          <a:xfrm>
            <a:off x="0" y="169200"/>
            <a:ext cx="12192000" cy="792000"/>
          </a:xfrm>
          <a:prstGeom prst="rect">
            <a:avLst/>
          </a:prstGeom>
          <a:solidFill>
            <a:srgbClr val="233165"/>
          </a:solidFill>
          <a:ln w="3175">
            <a:solidFill>
              <a:srgbClr val="2331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24608B3-A15F-48FF-22D6-76C355B6D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9846"/>
            <a:ext cx="11353800" cy="792000"/>
          </a:xfrm>
        </p:spPr>
        <p:txBody>
          <a:bodyPr>
            <a:normAutofit/>
          </a:bodyPr>
          <a:lstStyle>
            <a:lvl1pPr algn="l">
              <a:defRPr sz="2400" b="1" cap="all" baseline="0">
                <a:solidFill>
                  <a:schemeClr val="bg1"/>
                </a:solidFill>
                <a:latin typeface="Quicksand SemiBold" pitchFamily="2" charset="0"/>
              </a:defRPr>
            </a:lvl1pPr>
          </a:lstStyle>
          <a:p>
            <a:r>
              <a:rPr lang="fr-FR"/>
              <a:t>Modifiez le style du titre</a:t>
            </a:r>
            <a:endParaRPr lang="en-GB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A8C5B29-0467-EBF7-2206-11AF684D70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0800"/>
            <a:ext cx="10515600" cy="4856163"/>
          </a:xfrm>
        </p:spPr>
        <p:txBody>
          <a:bodyPr/>
          <a:lstStyle>
            <a:lvl1pPr>
              <a:defRPr sz="2200">
                <a:solidFill>
                  <a:srgbClr val="002060"/>
                </a:solidFill>
                <a:latin typeface="Quicksand SemiBold" pitchFamily="2" charset="0"/>
              </a:defRPr>
            </a:lvl1pPr>
            <a:lvl2pPr>
              <a:defRPr sz="2000">
                <a:solidFill>
                  <a:srgbClr val="002060"/>
                </a:solidFill>
                <a:latin typeface="Quicksand SemiBold" pitchFamily="2" charset="0"/>
              </a:defRPr>
            </a:lvl2pPr>
            <a:lvl3pPr>
              <a:defRPr sz="1800">
                <a:solidFill>
                  <a:srgbClr val="002060"/>
                </a:solidFill>
                <a:latin typeface="Quicksand SemiBold" pitchFamily="2" charset="0"/>
              </a:defRPr>
            </a:lvl3pPr>
            <a:lvl4pPr>
              <a:defRPr sz="1600">
                <a:solidFill>
                  <a:srgbClr val="002060"/>
                </a:solidFill>
                <a:latin typeface="Quicksand SemiBold" pitchFamily="2" charset="0"/>
              </a:defRPr>
            </a:lvl4pPr>
            <a:lvl5pPr>
              <a:defRPr sz="1400" i="0">
                <a:solidFill>
                  <a:srgbClr val="002060"/>
                </a:solidFill>
                <a:latin typeface="Quicksand SemiBold" pitchFamily="2" charset="0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7088220-FEA8-4FF5-B2ED-91221D380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9C976-A57D-45AB-8A2F-45DD71417288}" type="datetime3">
              <a:rPr lang="en-GB" smtClean="0"/>
              <a:t>20 April, 2026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0AC9C93-17B0-A27D-DF4A-F96809FAD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Nom et lieu de l’évènement</a:t>
            </a:r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12B5DD6-12EB-DB1C-DF2D-BBC6E8448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1106-FF15-4072-A5EB-9DABEAE58B78}" type="slidenum">
              <a:rPr lang="en-GB" smtClean="0"/>
              <a:t>‹N°›</a:t>
            </a:fld>
            <a:endParaRPr lang="en-GB"/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9B89F40E-37DB-9E46-A916-662472D04025}"/>
              </a:ext>
            </a:extLst>
          </p:cNvPr>
          <p:cNvGrpSpPr/>
          <p:nvPr userDrawn="1"/>
        </p:nvGrpSpPr>
        <p:grpSpPr>
          <a:xfrm>
            <a:off x="-15066" y="411"/>
            <a:ext cx="12205046" cy="187955"/>
            <a:chOff x="1825584" y="2738163"/>
            <a:chExt cx="9744816" cy="18795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5BDEAF1-CA60-3057-AA3E-54718568ED8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825584" y="2738574"/>
              <a:ext cx="2433600" cy="186978"/>
            </a:xfrm>
            <a:prstGeom prst="rect">
              <a:avLst/>
            </a:prstGeom>
            <a:solidFill>
              <a:srgbClr val="E5F4FD"/>
            </a:solidFill>
            <a:ln w="3175">
              <a:solidFill>
                <a:srgbClr val="E5F4F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28D9833-E7A7-28A2-A286-02D17102AD1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62581" y="2738575"/>
              <a:ext cx="2433600" cy="186979"/>
            </a:xfrm>
            <a:prstGeom prst="rect">
              <a:avLst/>
            </a:prstGeom>
            <a:solidFill>
              <a:srgbClr val="4596D2"/>
            </a:solidFill>
            <a:ln w="3175">
              <a:solidFill>
                <a:srgbClr val="4596D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C019ED9-D2EF-0625-EA53-1332381A55A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699796" y="2739139"/>
              <a:ext cx="2433600" cy="186979"/>
            </a:xfrm>
            <a:prstGeom prst="rect">
              <a:avLst/>
            </a:prstGeom>
            <a:solidFill>
              <a:srgbClr val="F6A500"/>
            </a:solidFill>
            <a:ln w="3175">
              <a:solidFill>
                <a:srgbClr val="F6A5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7A4B2D7-9FB6-3BB2-29F1-30CC1127CCA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136800" y="2738163"/>
              <a:ext cx="2433600" cy="186979"/>
            </a:xfrm>
            <a:prstGeom prst="rect">
              <a:avLst/>
            </a:prstGeom>
            <a:solidFill>
              <a:srgbClr val="95C35B"/>
            </a:solidFill>
            <a:ln w="3175">
              <a:solidFill>
                <a:srgbClr val="95C35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pic>
        <p:nvPicPr>
          <p:cNvPr id="19" name="Image 18">
            <a:extLst>
              <a:ext uri="{FF2B5EF4-FFF2-40B4-BE49-F238E27FC236}">
                <a16:creationId xmlns:a16="http://schemas.microsoft.com/office/drawing/2014/main" id="{F5BE39A1-9C7D-B756-CEE3-6CAF9EEB35B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0387" y="369386"/>
            <a:ext cx="1266825" cy="424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1686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6113C28-AEA6-E50B-5A9E-1EBF03C04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490787"/>
          </a:xfrm>
        </p:spPr>
        <p:txBody>
          <a:bodyPr anchor="b">
            <a:normAutofit/>
          </a:bodyPr>
          <a:lstStyle>
            <a:lvl1pPr>
              <a:defRPr sz="3800" cap="all" baseline="0">
                <a:solidFill>
                  <a:srgbClr val="002060"/>
                </a:solidFill>
                <a:latin typeface="Quicksand SemiBold" pitchFamily="2" charset="0"/>
              </a:defRPr>
            </a:lvl1pPr>
          </a:lstStyle>
          <a:p>
            <a:r>
              <a:rPr lang="fr-FR"/>
              <a:t>Modifiez le style du titre</a:t>
            </a:r>
            <a:endParaRPr lang="en-GB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4CA4D9F-B7C1-3CC5-F100-1BD1DFD30A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333875"/>
            <a:ext cx="10515600" cy="1755775"/>
          </a:xfrm>
        </p:spPr>
        <p:txBody>
          <a:bodyPr>
            <a:normAutofit/>
          </a:bodyPr>
          <a:lstStyle>
            <a:lvl1pPr marL="0" indent="0">
              <a:buNone/>
              <a:defRPr sz="2400" cap="all" baseline="0">
                <a:solidFill>
                  <a:srgbClr val="002060"/>
                </a:solidFill>
                <a:latin typeface="Quicksand SemiBold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68B2042-59C1-FA52-B8BB-D8C0F380B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8F090-8F28-4DDC-B4D6-1D1BC1EF61D0}" type="datetime3">
              <a:rPr lang="en-GB" smtClean="0"/>
              <a:t>20 April, 2026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ADEB8F2-3F20-9424-E00C-6A1568F9A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Nom et lieu de l’évènement</a:t>
            </a:r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C81032B-BDE5-5B37-BEC9-2C54F5729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1106-FF15-4072-A5EB-9DABEAE58B78}" type="slidenum">
              <a:rPr lang="en-GB" smtClean="0"/>
              <a:t>‹N°›</a:t>
            </a:fld>
            <a:endParaRPr lang="en-GB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D2991BEC-DBE2-B447-DAEB-13ECE2C0319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9626" y="354405"/>
            <a:ext cx="1368347" cy="458396"/>
          </a:xfrm>
          <a:prstGeom prst="rect">
            <a:avLst/>
          </a:prstGeom>
        </p:spPr>
      </p:pic>
      <p:grpSp>
        <p:nvGrpSpPr>
          <p:cNvPr id="8" name="Groupe 7">
            <a:extLst>
              <a:ext uri="{FF2B5EF4-FFF2-40B4-BE49-F238E27FC236}">
                <a16:creationId xmlns:a16="http://schemas.microsoft.com/office/drawing/2014/main" id="{8558366F-FF5D-AB65-4A16-41572E270963}"/>
              </a:ext>
            </a:extLst>
          </p:cNvPr>
          <p:cNvGrpSpPr/>
          <p:nvPr userDrawn="1"/>
        </p:nvGrpSpPr>
        <p:grpSpPr>
          <a:xfrm>
            <a:off x="0" y="0"/>
            <a:ext cx="12182400" cy="234976"/>
            <a:chOff x="0" y="306000"/>
            <a:chExt cx="12182400" cy="23497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438BBAC-B73F-A4A8-F470-DB835BA4A14D}"/>
                </a:ext>
              </a:extLst>
            </p:cNvPr>
            <p:cNvSpPr/>
            <p:nvPr/>
          </p:nvSpPr>
          <p:spPr>
            <a:xfrm>
              <a:off x="0" y="306412"/>
              <a:ext cx="3045600" cy="234000"/>
            </a:xfrm>
            <a:prstGeom prst="rect">
              <a:avLst/>
            </a:prstGeom>
            <a:solidFill>
              <a:srgbClr val="E5F4FD"/>
            </a:solidFill>
            <a:ln w="3175">
              <a:solidFill>
                <a:srgbClr val="E5F4F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3B90F5B-45CC-CDA5-733E-FBFC3436A3F3}"/>
                </a:ext>
              </a:extLst>
            </p:cNvPr>
            <p:cNvSpPr/>
            <p:nvPr/>
          </p:nvSpPr>
          <p:spPr>
            <a:xfrm>
              <a:off x="3045600" y="306412"/>
              <a:ext cx="3045600" cy="234000"/>
            </a:xfrm>
            <a:prstGeom prst="rect">
              <a:avLst/>
            </a:prstGeom>
            <a:solidFill>
              <a:srgbClr val="4596D2"/>
            </a:solidFill>
            <a:ln w="3175">
              <a:solidFill>
                <a:srgbClr val="4596D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EFA32DA-F6B4-C3E9-945F-41E03CC1DF5E}"/>
                </a:ext>
              </a:extLst>
            </p:cNvPr>
            <p:cNvSpPr/>
            <p:nvPr/>
          </p:nvSpPr>
          <p:spPr>
            <a:xfrm>
              <a:off x="6091200" y="306976"/>
              <a:ext cx="3045600" cy="234000"/>
            </a:xfrm>
            <a:prstGeom prst="rect">
              <a:avLst/>
            </a:prstGeom>
            <a:solidFill>
              <a:srgbClr val="F6A500"/>
            </a:solidFill>
            <a:ln w="3175">
              <a:solidFill>
                <a:srgbClr val="F6A5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78EB607-9695-3DE9-C69A-54F0D6A10E37}"/>
                </a:ext>
              </a:extLst>
            </p:cNvPr>
            <p:cNvSpPr/>
            <p:nvPr/>
          </p:nvSpPr>
          <p:spPr>
            <a:xfrm>
              <a:off x="9136800" y="306000"/>
              <a:ext cx="3045600" cy="234000"/>
            </a:xfrm>
            <a:prstGeom prst="rect">
              <a:avLst/>
            </a:prstGeom>
            <a:solidFill>
              <a:srgbClr val="95C35B"/>
            </a:solidFill>
            <a:ln w="3175">
              <a:solidFill>
                <a:srgbClr val="95C35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653504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88749BA-D5C4-A345-6283-E5E6FCFA63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246909"/>
            <a:ext cx="5181600" cy="493005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 dirty="0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729F171-222E-5D2C-9A8D-5CDD140B04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246909"/>
            <a:ext cx="5181600" cy="493005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37F3317-3F6E-13AB-8C5D-4CFF7DCDF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93740-146E-40B2-A628-24B71F847EE2}" type="datetime3">
              <a:rPr lang="en-GB" smtClean="0"/>
              <a:t>20 April, 2026</a:t>
            </a:fld>
            <a:endParaRPr lang="en-GB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860C884-CC77-11F8-DDCD-C29020D9CF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Nom et lieu de l’évènement</a:t>
            </a:r>
            <a:endParaRPr lang="en-GB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9E292F6-0D10-40B9-B56C-E9B2452AA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1106-FF15-4072-A5EB-9DABEAE58B78}" type="slidenum">
              <a:rPr lang="en-GB" smtClean="0"/>
              <a:t>‹N°›</a:t>
            </a:fld>
            <a:endParaRPr lang="en-GB"/>
          </a:p>
        </p:txBody>
      </p:sp>
      <p:grpSp>
        <p:nvGrpSpPr>
          <p:cNvPr id="9" name="Groupe 8">
            <a:extLst>
              <a:ext uri="{FF2B5EF4-FFF2-40B4-BE49-F238E27FC236}">
                <a16:creationId xmlns:a16="http://schemas.microsoft.com/office/drawing/2014/main" id="{9B122F64-78ED-0E65-C82B-34569D7C0B65}"/>
              </a:ext>
            </a:extLst>
          </p:cNvPr>
          <p:cNvGrpSpPr/>
          <p:nvPr userDrawn="1"/>
        </p:nvGrpSpPr>
        <p:grpSpPr>
          <a:xfrm>
            <a:off x="-15066" y="411"/>
            <a:ext cx="12205046" cy="187955"/>
            <a:chOff x="1825584" y="2738163"/>
            <a:chExt cx="9744816" cy="18795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FB8D7CC-0624-BC9A-B71D-9C7B438F7DD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825584" y="2738574"/>
              <a:ext cx="2433600" cy="186978"/>
            </a:xfrm>
            <a:prstGeom prst="rect">
              <a:avLst/>
            </a:prstGeom>
            <a:solidFill>
              <a:srgbClr val="E5F4FD"/>
            </a:solidFill>
            <a:ln w="3175">
              <a:solidFill>
                <a:srgbClr val="E5F4F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47039BD-5A9B-B495-AFA5-837E701F4FC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62581" y="2738575"/>
              <a:ext cx="2433600" cy="186979"/>
            </a:xfrm>
            <a:prstGeom prst="rect">
              <a:avLst/>
            </a:prstGeom>
            <a:solidFill>
              <a:srgbClr val="4596D2"/>
            </a:solidFill>
            <a:ln w="3175">
              <a:solidFill>
                <a:srgbClr val="4596D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934EFCE-4FB5-D7ED-C1CE-6048F1AC098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699796" y="2739139"/>
              <a:ext cx="2433600" cy="186979"/>
            </a:xfrm>
            <a:prstGeom prst="rect">
              <a:avLst/>
            </a:prstGeom>
            <a:solidFill>
              <a:srgbClr val="F6A500"/>
            </a:solidFill>
            <a:ln w="3175">
              <a:solidFill>
                <a:srgbClr val="F6A5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F9623AB-9E86-8CC8-1B92-4C1895F4305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136800" y="2738163"/>
              <a:ext cx="2433600" cy="186979"/>
            </a:xfrm>
            <a:prstGeom prst="rect">
              <a:avLst/>
            </a:prstGeom>
            <a:solidFill>
              <a:srgbClr val="95C35B"/>
            </a:solidFill>
            <a:ln w="3175">
              <a:solidFill>
                <a:srgbClr val="95C35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FDA5536-32AA-2BE7-DCF4-DA9A0B4F2FDC}"/>
              </a:ext>
            </a:extLst>
          </p:cNvPr>
          <p:cNvSpPr/>
          <p:nvPr userDrawn="1"/>
        </p:nvSpPr>
        <p:spPr>
          <a:xfrm>
            <a:off x="0" y="169200"/>
            <a:ext cx="12192000" cy="792000"/>
          </a:xfrm>
          <a:prstGeom prst="rect">
            <a:avLst/>
          </a:prstGeom>
          <a:solidFill>
            <a:srgbClr val="233165"/>
          </a:solidFill>
          <a:ln w="3175">
            <a:solidFill>
              <a:srgbClr val="2331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16" name="Titre 1">
            <a:extLst>
              <a:ext uri="{FF2B5EF4-FFF2-40B4-BE49-F238E27FC236}">
                <a16:creationId xmlns:a16="http://schemas.microsoft.com/office/drawing/2014/main" id="{C3155059-5450-19E0-736F-DEF8C1B27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9200"/>
            <a:ext cx="11353800" cy="792000"/>
          </a:xfrm>
        </p:spPr>
        <p:txBody>
          <a:bodyPr>
            <a:normAutofit/>
          </a:bodyPr>
          <a:lstStyle>
            <a:lvl1pPr algn="l">
              <a:defRPr sz="2000" b="1" cap="all" baseline="0">
                <a:solidFill>
                  <a:schemeClr val="bg1"/>
                </a:solidFill>
                <a:latin typeface="Quicksand SemiBold" pitchFamily="2" charset="0"/>
              </a:defRPr>
            </a:lvl1pPr>
          </a:lstStyle>
          <a:p>
            <a:r>
              <a:rPr lang="fr-FR"/>
              <a:t>Modifiez le style du titre</a:t>
            </a:r>
            <a:endParaRPr lang="en-GB" dirty="0"/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2300982A-7582-2052-8684-92E258E3461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0387" y="369386"/>
            <a:ext cx="1266825" cy="424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46332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4E22931F-0A0C-AC3D-66D7-D64061AEC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064D6-F8EF-45EF-A856-C354A6130CF4}" type="datetime3">
              <a:rPr lang="en-GB" smtClean="0"/>
              <a:t>20 April, 2026</a:t>
            </a:fld>
            <a:endParaRPr lang="en-GB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EAEB298E-16F4-FFC7-0AFD-490ECAB8D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Nom et lieu de l’évènement</a:t>
            </a:r>
            <a:endParaRPr lang="en-GB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9FF8873-AADB-3DD2-0AA4-AC862D9E7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1106-FF15-4072-A5EB-9DABEAE58B78}" type="slidenum">
              <a:rPr lang="en-GB" smtClean="0"/>
              <a:t>‹N°›</a:t>
            </a:fld>
            <a:endParaRPr lang="en-GB"/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D0D525E3-E02C-94FE-8872-D1687A4BA5A8}"/>
              </a:ext>
            </a:extLst>
          </p:cNvPr>
          <p:cNvGrpSpPr/>
          <p:nvPr userDrawn="1"/>
        </p:nvGrpSpPr>
        <p:grpSpPr>
          <a:xfrm>
            <a:off x="-15066" y="411"/>
            <a:ext cx="12205046" cy="187955"/>
            <a:chOff x="1825584" y="2738163"/>
            <a:chExt cx="9744816" cy="18795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9D7189E-7E72-8F3D-B59E-D3F0FD07001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825584" y="2738574"/>
              <a:ext cx="2433600" cy="186978"/>
            </a:xfrm>
            <a:prstGeom prst="rect">
              <a:avLst/>
            </a:prstGeom>
            <a:solidFill>
              <a:srgbClr val="E5F4FD"/>
            </a:solidFill>
            <a:ln w="3175">
              <a:solidFill>
                <a:srgbClr val="E5F4F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1343F41-D0C7-C9AC-F453-37F7ED02973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62581" y="2738575"/>
              <a:ext cx="2433600" cy="186979"/>
            </a:xfrm>
            <a:prstGeom prst="rect">
              <a:avLst/>
            </a:prstGeom>
            <a:solidFill>
              <a:srgbClr val="4596D2"/>
            </a:solidFill>
            <a:ln w="3175">
              <a:solidFill>
                <a:srgbClr val="4596D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A8D2EE3-EE23-6A22-C1C6-D77FDF446E1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699796" y="2739139"/>
              <a:ext cx="2433600" cy="186979"/>
            </a:xfrm>
            <a:prstGeom prst="rect">
              <a:avLst/>
            </a:prstGeom>
            <a:solidFill>
              <a:srgbClr val="F6A500"/>
            </a:solidFill>
            <a:ln w="3175">
              <a:solidFill>
                <a:srgbClr val="F6A5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025132C-4579-E247-969B-C030BF261F7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136800" y="2738163"/>
              <a:ext cx="2433600" cy="186979"/>
            </a:xfrm>
            <a:prstGeom prst="rect">
              <a:avLst/>
            </a:prstGeom>
            <a:solidFill>
              <a:srgbClr val="95C35B"/>
            </a:solidFill>
            <a:ln w="3175">
              <a:solidFill>
                <a:srgbClr val="95C35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1850332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DD47A98-F778-8C13-AD0C-837934668F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 dirty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AA92250-7041-9F86-7D46-B9B68B6FDB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116000"/>
            <a:ext cx="3932237" cy="475113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5AAB52B-4DA5-44EF-0DC2-ABDDD0865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0F988-8500-45AC-9529-352BD57AF8C5}" type="datetime3">
              <a:rPr lang="en-GB" smtClean="0"/>
              <a:t>20 April, 2026</a:t>
            </a:fld>
            <a:endParaRPr lang="en-GB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4727192-E78F-2605-D37E-EE0EB30B5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Nom et lieu de l’évènement</a:t>
            </a:r>
            <a:endParaRPr lang="en-GB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4D83514-E358-3412-5BBD-8166B2E78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1106-FF15-4072-A5EB-9DABEAE58B78}" type="slidenum">
              <a:rPr lang="en-GB" smtClean="0"/>
              <a:t>‹N°›</a:t>
            </a:fld>
            <a:endParaRPr lang="en-GB"/>
          </a:p>
        </p:txBody>
      </p:sp>
      <p:grpSp>
        <p:nvGrpSpPr>
          <p:cNvPr id="9" name="Groupe 8">
            <a:extLst>
              <a:ext uri="{FF2B5EF4-FFF2-40B4-BE49-F238E27FC236}">
                <a16:creationId xmlns:a16="http://schemas.microsoft.com/office/drawing/2014/main" id="{3EE413FC-2A82-09BF-3924-197CBDAF5D69}"/>
              </a:ext>
            </a:extLst>
          </p:cNvPr>
          <p:cNvGrpSpPr/>
          <p:nvPr userDrawn="1"/>
        </p:nvGrpSpPr>
        <p:grpSpPr>
          <a:xfrm>
            <a:off x="-15066" y="411"/>
            <a:ext cx="12205046" cy="187955"/>
            <a:chOff x="1825584" y="2738163"/>
            <a:chExt cx="9744816" cy="18795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4414F0F-61B0-0891-66ED-FB54634E1F0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825584" y="2738574"/>
              <a:ext cx="2433600" cy="186978"/>
            </a:xfrm>
            <a:prstGeom prst="rect">
              <a:avLst/>
            </a:prstGeom>
            <a:solidFill>
              <a:srgbClr val="E5F4FD"/>
            </a:solidFill>
            <a:ln w="3175">
              <a:solidFill>
                <a:srgbClr val="E5F4F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E86C638-2B87-1EC1-FC3F-1A889B4644C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62581" y="2738575"/>
              <a:ext cx="2433600" cy="186979"/>
            </a:xfrm>
            <a:prstGeom prst="rect">
              <a:avLst/>
            </a:prstGeom>
            <a:solidFill>
              <a:srgbClr val="4596D2"/>
            </a:solidFill>
            <a:ln w="3175">
              <a:solidFill>
                <a:srgbClr val="4596D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AA6E8A3-A4F0-84BC-7083-8532E36734B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699796" y="2739139"/>
              <a:ext cx="2433600" cy="186979"/>
            </a:xfrm>
            <a:prstGeom prst="rect">
              <a:avLst/>
            </a:prstGeom>
            <a:solidFill>
              <a:srgbClr val="F6A500"/>
            </a:solidFill>
            <a:ln w="3175">
              <a:solidFill>
                <a:srgbClr val="F6A5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5D2BD36-A761-A7F7-1D7E-DEF7D25C53A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136800" y="2738163"/>
              <a:ext cx="2433600" cy="186979"/>
            </a:xfrm>
            <a:prstGeom prst="rect">
              <a:avLst/>
            </a:prstGeom>
            <a:solidFill>
              <a:srgbClr val="95C35B"/>
            </a:solidFill>
            <a:ln w="3175">
              <a:solidFill>
                <a:srgbClr val="95C35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57168663-36A8-2A7A-EC45-07D04E1F0560}"/>
              </a:ext>
            </a:extLst>
          </p:cNvPr>
          <p:cNvSpPr/>
          <p:nvPr userDrawn="1"/>
        </p:nvSpPr>
        <p:spPr>
          <a:xfrm>
            <a:off x="0" y="169200"/>
            <a:ext cx="12192000" cy="792000"/>
          </a:xfrm>
          <a:prstGeom prst="rect">
            <a:avLst/>
          </a:prstGeom>
          <a:solidFill>
            <a:srgbClr val="233165"/>
          </a:solidFill>
          <a:ln w="3175">
            <a:solidFill>
              <a:srgbClr val="2331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16" name="Titre 1">
            <a:extLst>
              <a:ext uri="{FF2B5EF4-FFF2-40B4-BE49-F238E27FC236}">
                <a16:creationId xmlns:a16="http://schemas.microsoft.com/office/drawing/2014/main" id="{DF5D397D-F851-3A2F-0962-DD5310F3B766}"/>
              </a:ext>
            </a:extLst>
          </p:cNvPr>
          <p:cNvSpPr txBox="1">
            <a:spLocks/>
          </p:cNvSpPr>
          <p:nvPr userDrawn="1"/>
        </p:nvSpPr>
        <p:spPr>
          <a:xfrm>
            <a:off x="838200" y="169200"/>
            <a:ext cx="11353800" cy="79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 cap="all" baseline="0">
                <a:solidFill>
                  <a:schemeClr val="bg1"/>
                </a:solidFill>
                <a:latin typeface="Quicksand SemiBold" pitchFamily="2" charset="0"/>
                <a:ea typeface="+mj-ea"/>
                <a:cs typeface="+mj-cs"/>
              </a:defRPr>
            </a:lvl1pPr>
          </a:lstStyle>
          <a:p>
            <a:pPr algn="l"/>
            <a:r>
              <a:rPr lang="fr-FR" dirty="0"/>
              <a:t>Modifiez le style du titre</a:t>
            </a:r>
            <a:endParaRPr lang="en-GB" dirty="0"/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674F308D-62EA-A3FF-13F5-CE2A3204A38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0387" y="369386"/>
            <a:ext cx="1266825" cy="424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02694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B1893035-F19E-B2F8-FB6D-A977DC7511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GB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6301F16-3D84-E263-3C24-3BAFCD6ECFF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6612" y="1204490"/>
            <a:ext cx="3932237" cy="4752000"/>
          </a:xfrm>
        </p:spPr>
        <p:txBody>
          <a:bodyPr>
            <a:normAutofit/>
          </a:bodyPr>
          <a:lstStyle>
            <a:lvl1pPr marL="0" indent="0">
              <a:buNone/>
              <a:defRPr sz="14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/>
              <a:t>Légende d’une image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39A1982-8FAD-6A57-3502-6AF6C19D1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977A6-B1E6-4B8C-8E5B-43841D60D0E2}" type="datetime3">
              <a:rPr lang="en-GB" smtClean="0"/>
              <a:t>20 April, 2026</a:t>
            </a:fld>
            <a:endParaRPr lang="en-GB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6A3086E-8D38-BD92-37B7-6A45F2A46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Nom et lieu de l’évènement</a:t>
            </a:r>
            <a:endParaRPr lang="en-GB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09907BF-5558-59CC-CC19-DA76C23E2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1106-FF15-4072-A5EB-9DABEAE58B78}" type="slidenum">
              <a:rPr lang="en-GB" smtClean="0"/>
              <a:t>‹N°›</a:t>
            </a:fld>
            <a:endParaRPr lang="en-GB"/>
          </a:p>
        </p:txBody>
      </p:sp>
      <p:grpSp>
        <p:nvGrpSpPr>
          <p:cNvPr id="9" name="Groupe 8">
            <a:extLst>
              <a:ext uri="{FF2B5EF4-FFF2-40B4-BE49-F238E27FC236}">
                <a16:creationId xmlns:a16="http://schemas.microsoft.com/office/drawing/2014/main" id="{8BD53907-8A3A-6BC9-D611-40B8C9A85AFC}"/>
              </a:ext>
            </a:extLst>
          </p:cNvPr>
          <p:cNvGrpSpPr/>
          <p:nvPr userDrawn="1"/>
        </p:nvGrpSpPr>
        <p:grpSpPr>
          <a:xfrm>
            <a:off x="-15066" y="411"/>
            <a:ext cx="12205046" cy="187955"/>
            <a:chOff x="1825584" y="2738163"/>
            <a:chExt cx="9744816" cy="18795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B756067-755B-8065-8617-5BFD4BAC456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825584" y="2738574"/>
              <a:ext cx="2433600" cy="186978"/>
            </a:xfrm>
            <a:prstGeom prst="rect">
              <a:avLst/>
            </a:prstGeom>
            <a:solidFill>
              <a:srgbClr val="E5F4FD"/>
            </a:solidFill>
            <a:ln w="3175">
              <a:solidFill>
                <a:srgbClr val="E5F4F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815144A-C8E3-D79B-FEF2-9DCC2904963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62581" y="2738575"/>
              <a:ext cx="2433600" cy="186979"/>
            </a:xfrm>
            <a:prstGeom prst="rect">
              <a:avLst/>
            </a:prstGeom>
            <a:solidFill>
              <a:srgbClr val="4596D2"/>
            </a:solidFill>
            <a:ln w="3175">
              <a:solidFill>
                <a:srgbClr val="4596D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90839C0-E706-38F8-839A-828D1B9F0BF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699796" y="2739139"/>
              <a:ext cx="2433600" cy="186979"/>
            </a:xfrm>
            <a:prstGeom prst="rect">
              <a:avLst/>
            </a:prstGeom>
            <a:solidFill>
              <a:srgbClr val="F6A500"/>
            </a:solidFill>
            <a:ln w="3175">
              <a:solidFill>
                <a:srgbClr val="F6A5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8005B59-FFC1-CF72-0895-59B70D20B2F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136800" y="2738163"/>
              <a:ext cx="2433600" cy="186979"/>
            </a:xfrm>
            <a:prstGeom prst="rect">
              <a:avLst/>
            </a:prstGeom>
            <a:solidFill>
              <a:srgbClr val="95C35B"/>
            </a:solidFill>
            <a:ln w="3175">
              <a:solidFill>
                <a:srgbClr val="95C35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64923E06-6E1E-41D9-AE93-80D136DD8AC1}"/>
              </a:ext>
            </a:extLst>
          </p:cNvPr>
          <p:cNvSpPr/>
          <p:nvPr userDrawn="1"/>
        </p:nvSpPr>
        <p:spPr>
          <a:xfrm>
            <a:off x="0" y="169200"/>
            <a:ext cx="12192000" cy="792000"/>
          </a:xfrm>
          <a:prstGeom prst="rect">
            <a:avLst/>
          </a:prstGeom>
          <a:solidFill>
            <a:srgbClr val="233165"/>
          </a:solidFill>
          <a:ln w="3175">
            <a:solidFill>
              <a:srgbClr val="2331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16" name="Titre 1">
            <a:extLst>
              <a:ext uri="{FF2B5EF4-FFF2-40B4-BE49-F238E27FC236}">
                <a16:creationId xmlns:a16="http://schemas.microsoft.com/office/drawing/2014/main" id="{0C83BCCB-7E2C-DDF4-4BD4-EFBD1008911E}"/>
              </a:ext>
            </a:extLst>
          </p:cNvPr>
          <p:cNvSpPr txBox="1">
            <a:spLocks/>
          </p:cNvSpPr>
          <p:nvPr userDrawn="1"/>
        </p:nvSpPr>
        <p:spPr>
          <a:xfrm>
            <a:off x="836612" y="169200"/>
            <a:ext cx="11355388" cy="79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 cap="all" baseline="0">
                <a:solidFill>
                  <a:schemeClr val="bg1"/>
                </a:solidFill>
                <a:latin typeface="Quicksand SemiBold" pitchFamily="2" charset="0"/>
                <a:ea typeface="+mj-ea"/>
                <a:cs typeface="+mj-cs"/>
              </a:defRPr>
            </a:lvl1pPr>
          </a:lstStyle>
          <a:p>
            <a:pPr algn="l"/>
            <a:r>
              <a:rPr lang="fr-FR" dirty="0"/>
              <a:t>Modifiez le style du titre</a:t>
            </a:r>
            <a:endParaRPr lang="en-GB" dirty="0"/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D24CA84B-35E8-13AE-BDE3-48A5EA483C1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0387" y="369386"/>
            <a:ext cx="1266825" cy="424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5654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9BC13C0-06B9-EC7B-65E6-C4D27FCDFF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57B4F3C-5063-1013-A1F5-ADB782BB0A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D42A1FF-9406-0115-AABE-7D02430EFB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18766BAA-DE3B-77C0-42FE-9498393E28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8E757A88-9E07-5CA5-EB14-D13AED239D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60664C16-6787-2AAF-17E4-D9F387E4B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A4C5F-42CD-45FE-AAAF-C6A5EA876FFE}" type="datetimeFigureOut">
              <a:rPr lang="fr-FR" smtClean="0"/>
              <a:t>20/04/2026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4EBCDE6F-F768-23EA-53F7-FB36249E7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259B244C-DDCE-A089-FA87-7D6DE47F7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3B0E3-FC63-45F1-ACF4-07897C3A18E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05105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1AF737B-BC7F-B116-1B21-BA2124AFB6CA}"/>
              </a:ext>
            </a:extLst>
          </p:cNvPr>
          <p:cNvSpPr/>
          <p:nvPr userDrawn="1"/>
        </p:nvSpPr>
        <p:spPr>
          <a:xfrm>
            <a:off x="-9600" y="6464836"/>
            <a:ext cx="12192000" cy="392188"/>
          </a:xfrm>
          <a:prstGeom prst="rect">
            <a:avLst/>
          </a:prstGeom>
          <a:solidFill>
            <a:srgbClr val="233165"/>
          </a:solidFill>
          <a:ln w="3175">
            <a:solidFill>
              <a:srgbClr val="2331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291F4AAF-21CE-82D5-EE1B-D4A2FF19E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dirty="0"/>
              <a:t>Modifiez le style du titre</a:t>
            </a:r>
            <a:endParaRPr lang="en-GB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4DDEDB3-2FC7-B325-B75A-EA3F1E697B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GB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382A6D8-C2CC-3FE5-BAA5-D0F6D563EA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46483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  <a:latin typeface="Quicksand" pitchFamily="2" charset="0"/>
              </a:defRPr>
            </a:lvl1pPr>
          </a:lstStyle>
          <a:p>
            <a:fld id="{5E4B5D96-4ABC-48CD-B19F-1534F7FA1DCB}" type="datetime3">
              <a:rPr lang="en-GB" smtClean="0"/>
              <a:t>20 April, 2026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9C1BCFC-0B04-30A5-1AF0-DB4900B482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6483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bg1"/>
                </a:solidFill>
                <a:latin typeface="Quicksand" pitchFamily="2" charset="0"/>
              </a:defRPr>
            </a:lvl1pPr>
          </a:lstStyle>
          <a:p>
            <a:r>
              <a:rPr lang="fr-FR" dirty="0"/>
              <a:t>Nom et lieu de l’évènement</a:t>
            </a:r>
            <a:endParaRPr lang="en-GB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2DB265D-3E6B-2BEB-8F30-B4CEF07C9B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46483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Quicksand" pitchFamily="2" charset="0"/>
              </a:defRPr>
            </a:lvl1pPr>
          </a:lstStyle>
          <a:p>
            <a:fld id="{6EB91106-FF15-4072-A5EB-9DABEAE58B78}" type="slidenum">
              <a:rPr lang="en-GB" smtClean="0"/>
              <a:pPr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37440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5" r:id="rId5"/>
    <p:sldLayoutId id="2147483656" r:id="rId6"/>
    <p:sldLayoutId id="2147483657" r:id="rId7"/>
    <p:sldLayoutId id="2147483658" r:id="rId8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sz="2200" kern="1200">
          <a:solidFill>
            <a:srgbClr val="002060"/>
          </a:solidFill>
          <a:latin typeface="Quicksand SemiBold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002060"/>
          </a:solidFill>
          <a:latin typeface="Quicksand SemiBold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1800" kern="1200">
          <a:solidFill>
            <a:srgbClr val="002060"/>
          </a:solidFill>
          <a:latin typeface="Quicksand SemiBold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SzPct val="80000"/>
        <a:buFont typeface="Wingdings" panose="05000000000000000000" pitchFamily="2" charset="2"/>
        <a:buChar char="Ø"/>
        <a:defRPr sz="1600" kern="1200">
          <a:solidFill>
            <a:srgbClr val="002060"/>
          </a:solidFill>
          <a:latin typeface="Quicksand SemiBold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ü"/>
        <a:defRPr sz="1400" kern="1200">
          <a:solidFill>
            <a:srgbClr val="002060"/>
          </a:solidFill>
          <a:latin typeface="Quicksand SemiBold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C1D9490-8B04-9C69-A957-0FA1AE8BB2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titre</a:t>
            </a:r>
            <a:endParaRPr lang="en-GB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D151507-22EE-B258-F6AF-2EEBD1FACAD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Sous titre</a:t>
            </a:r>
            <a:endParaRPr lang="en-GB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ED3CB3F-821F-093A-2B0C-6F154BDBC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2475C-54A5-4D3D-A386-6566953C1E97}" type="datetime3">
              <a:rPr lang="en-GB" smtClean="0"/>
              <a:t>20 April, 2026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1282B19-52BF-5B08-1B49-92BD17361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Nom et lieu de l’évènement</a:t>
            </a:r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F5295F1-B3C8-252D-1767-A1D64BF16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1106-FF15-4072-A5EB-9DABEAE58B78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90190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0C8063A-AEBD-DE50-0B75-BEB72AC97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0841F33-25C4-5665-65F7-5575896979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F91549A-A006-E8FC-01B4-232C68634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9C976-A57D-45AB-8A2F-45DD71417288}" type="datetime3">
              <a:rPr lang="en-GB" smtClean="0"/>
              <a:t>20 April, 2026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E039C78-49BA-21F7-1C42-C2A038AA8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Nom et lieu de l’évènement</a:t>
            </a:r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98E640C-79DD-A8F2-8B51-4A895DAEE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1106-FF15-4072-A5EB-9DABEAE58B78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664819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plate_PowerPoint_HYGEOS_v2.pptx" id="{45064207-F3B5-458F-92F7-D40B4F845F5B}" vid="{F0AB9E02-0546-4E57-B3CA-9F6A4AF56D26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template_PowerPoint_HYGEOS_v2</Template>
  <TotalTime>4</TotalTime>
  <Words>17</Words>
  <Application>Microsoft Office PowerPoint</Application>
  <PresentationFormat>Grand écran</PresentationFormat>
  <Paragraphs>8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10" baseType="lpstr">
      <vt:lpstr>Arial</vt:lpstr>
      <vt:lpstr>Calibri</vt:lpstr>
      <vt:lpstr>Calibri Light</vt:lpstr>
      <vt:lpstr>Courier New</vt:lpstr>
      <vt:lpstr>Quicksand</vt:lpstr>
      <vt:lpstr>Quicksand SemiBold</vt:lpstr>
      <vt:lpstr>Wingdings</vt:lpstr>
      <vt:lpstr>Thème Office</vt:lpstr>
      <vt:lpstr>titre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François Steinmetz</dc:creator>
  <cp:lastModifiedBy>François Steinmetz</cp:lastModifiedBy>
  <cp:revision>5</cp:revision>
  <dcterms:created xsi:type="dcterms:W3CDTF">2026-04-20T21:16:22Z</dcterms:created>
  <dcterms:modified xsi:type="dcterms:W3CDTF">2026-04-20T21:28:59Z</dcterms:modified>
</cp:coreProperties>
</file>